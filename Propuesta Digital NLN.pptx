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Open Sans ExtraBold"/>
      <p:bold r:id="rId27"/>
      <p:boldItalic r:id="rId28"/>
    </p:embeddedFont>
    <p:embeddedFont>
      <p:font typeface="Open Sans Light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3C49E8-1E76-411F-AB62-5158B02F9854}">
  <a:tblStyle styleId="{183C49E8-1E76-411F-AB62-5158B02F98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OpenSansExtraBold-boldItalic.fntdata"/><Relationship Id="rId27" Type="http://schemas.openxmlformats.org/officeDocument/2006/relationships/font" Target="fonts/OpenSans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Light-italic.fntdata"/><Relationship Id="rId30" Type="http://schemas.openxmlformats.org/officeDocument/2006/relationships/font" Target="fonts/OpenSansLight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Light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2244179"/>
            <a:ext cx="1076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PROPUESTA DE DESARROLLO DIGITAL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2739479"/>
            <a:ext cx="112395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NLN Consulting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3600450"/>
            <a:ext cx="10763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Estrategia para una presencia web profesional, segura y funcional.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4575720"/>
            <a:ext cx="1076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Especialistas en Salud Integral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613820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5053012"/>
            <a:ext cx="53340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128111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Presencia Profesional Inmediata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6250" y="179546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Ideal para que los pacientes encuentren quiénes son, qué hacen y dónde están.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2405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25955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Inicio: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Identidad NLN y filosofía.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30146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Servicios: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Lista de especialidades (Nutrición, Psicología, etc.).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7385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Contacto: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Formulario directo a su correo, mapa y botón de WhatsApp.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4624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Adaptable: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Se ve perfecto en celulares.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Opción 1: Web Informativa (Esencial)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595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0146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738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4624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762000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Opción 2: Sistema Web (Gestión)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762000"/>
            <a:ext cx="47625" cy="990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9431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Más que una web, una herramienta.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6003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Automatice procesos y mejore la atención al paciente.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95325" y="6181725"/>
            <a:ext cx="495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766E"/>
                </a:solidFill>
                <a:latin typeface="Open Sans"/>
                <a:ea typeface="Open Sans"/>
                <a:cs typeface="Open Sans"/>
                <a:sym typeface="Open Sans"/>
              </a:rPr>
              <a:t>$8,500.00 MXN</a:t>
            </a:r>
            <a:r>
              <a:rPr b="0" i="0" lang="en-US" sz="1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1" lang="en-US" sz="1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*Recomendado para escalar el consultorio.</a:t>
            </a:r>
            <a:endParaRPr sz="2100"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57250" y="32861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Todo lo de la Opción 1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incluido.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7250" y="37052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Citas en Línea: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Calendario de disponibilidad.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7250" y="41243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Expedientes Simples: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Seguimiento a casos y notas de evolución.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57250" y="48482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Login Privado: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Área segura para administradores.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57250" y="52673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Base de Datos: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Registro digital de pacientes.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86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5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24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48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673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38125" y="5572125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Recordatorios y Confirmación de citas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Automáticos</a:t>
            </a: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56959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76250" y="2152650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Analizando las opciones disponibles, esta es nuestra recomendación estratégica: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5090070"/>
            <a:ext cx="11239500" cy="434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476250" y="2647950"/>
            <a:ext cx="11239500" cy="229924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476250" y="264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{183C49E8-1E76-411F-AB62-5158B02F9854}</a:tableStyleId>
              </a:tblPr>
              <a:tblGrid>
                <a:gridCol w="3082525"/>
                <a:gridCol w="2416225"/>
                <a:gridCol w="2092375"/>
                <a:gridCol w="3624550"/>
              </a:tblGrid>
              <a:tr h="57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Dominio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Enfoque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Costo (Aprox.)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Ventaja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766E"/>
                    </a:solidFill>
                  </a:tcPr>
                </a:tc>
              </a:tr>
              <a:tr h="57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5E5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nlnconsulting.com.mx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5E5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Mercado Mexicano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5E5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$356.50 / 3 años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5E5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Máxima confianza y SEO local.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7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nlnconsulting.health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Prestigio Médico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$245 / 1er año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Identidad sector salud.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nlnconsulting.net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Uso General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$210 / año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Opción clásica estándar.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2342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500062" y="3793777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582590" y="3793777"/>
            <a:ext cx="2416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998815" y="3793777"/>
            <a:ext cx="20923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091189" y="3793777"/>
            <a:ext cx="3624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00062" y="4363342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582590" y="4363342"/>
            <a:ext cx="2416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998815" y="4363342"/>
            <a:ext cx="20923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091189" y="4363342"/>
            <a:ext cx="3624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00062" y="4932908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582590" y="4932908"/>
            <a:ext cx="24162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998815" y="4932908"/>
            <a:ext cx="20923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8091189" y="4932908"/>
            <a:ext cx="36245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4125" y="343852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4125" y="3438525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Selección de Dominio (Su nombre en internet)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225" y="5306975"/>
            <a:ext cx="7411600" cy="12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476250" y="2543175"/>
            <a:ext cx="5600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Hosting Flexible (Pago por Consumo)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76250" y="33813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Para iniciar, utilizamos un servidor escalable. Usted paga un estimado basado en las visitas actuales.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381750" y="224790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Soporte Técnico (A partir del Mes 2)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381750" y="27622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Servicio opcional pero recomendado para mantener su web actualizada y segura.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381750" y="489585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Open Sans"/>
                <a:ea typeface="Open Sans"/>
                <a:cs typeface="Open Sans"/>
                <a:sym typeface="Open Sans"/>
              </a:rPr>
              <a:t>Costo sugerido: $250.00 MXN / mes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67500" y="35623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Actualización de textos/fotos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67500" y="39814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Resolución de errores técnicos.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67500" y="44005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Monitoreo de seguridad 24/7.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Hosting Flexible y Soporte Técnico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623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814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005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369451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1836550"/>
            <a:ext cx="5334000" cy="271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476250" y="1065025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Dependiendo de sus necesidades de comunicación, existen dos tipos de servicios: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447925"/>
            <a:ext cx="10382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76275" y="2447925"/>
            <a:ext cx="51806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Open Sans"/>
                <a:ea typeface="Open Sans"/>
                <a:cs typeface="Open Sans"/>
                <a:sym typeface="Open Sans"/>
              </a:rPr>
              <a:t>Opción A: Cuentas Completas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76275" y="2800350"/>
            <a:ext cx="4933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Bandejas de entrada reales (60GB). Puede enviar y recibir correos profesionalmente.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6275" y="3459360"/>
            <a:ext cx="4933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$176.00 MXN / mes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(Incluye 6 cuentas)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76275" y="5305276"/>
            <a:ext cx="51806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Open Sans"/>
                <a:ea typeface="Open Sans"/>
                <a:cs typeface="Open Sans"/>
                <a:sym typeface="Open Sans"/>
              </a:rPr>
              <a:t>Opción B: Solo Enrutamiento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76275" y="5657701"/>
            <a:ext cx="4933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 son bandejas reales. Los correos se reenvían automáticamente a su Gmail/Hotmail personal.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704325" y="5577362"/>
            <a:ext cx="493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$30.00 MXN / mes</a:t>
            </a:r>
            <a:endParaRPr/>
          </a:p>
        </p:txBody>
      </p:sp>
      <p:pic>
        <p:nvPicPr>
          <p:cNvPr descr="image.png" id="193" name="Google Shape;19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2225" y="194310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7600950" y="3139301"/>
            <a:ext cx="2895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La comunicación profesional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genera un 40% más de confianza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en nuevos pacientes.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62025" y="3905101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Ej: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contacto@nlnconsulting.com.mx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62025" y="4324201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Ideal para dar imagen corporativa sólida.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704325" y="5886852"/>
            <a:ext cx="4648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Usted recibe, pero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responde desde su Gmail personal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62025" y="7486352"/>
            <a:ext cx="4648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Más económico, pero menos profesional.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Estrategia de Correos Electrónicos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90510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432420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62275" y="591867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0725" y="558129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532757"/>
            <a:ext cx="5334000" cy="2573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76487"/>
            <a:ext cx="533400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495300" y="2551807"/>
            <a:ext cx="55606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Pago Inicial (Arranque)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495300" y="2970907"/>
            <a:ext cx="52959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28650" y="5285480"/>
            <a:ext cx="569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-US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(Mas el servicio de correos espesificado))</a:t>
            </a:r>
            <a:endParaRPr sz="1900"/>
          </a:p>
        </p:txBody>
      </p:sp>
      <p:sp>
        <p:nvSpPr>
          <p:cNvPr id="215" name="Google Shape;215;p19"/>
          <p:cNvSpPr txBox="1"/>
          <p:nvPr/>
        </p:nvSpPr>
        <p:spPr>
          <a:xfrm>
            <a:off x="6400800" y="2395537"/>
            <a:ext cx="55606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Mensualidades (Mes 2+)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6400800" y="2814637"/>
            <a:ext cx="52959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95300" y="3132832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Diseño Web Informativo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$1,500.00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95300" y="3532882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Dominio .com.mx (3 años)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$356.50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495300" y="3932932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Mes 1 Hosting (Estimado)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$300.00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95300" y="4332982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Open Sans"/>
                <a:ea typeface="Open Sans"/>
                <a:cs typeface="Open Sans"/>
                <a:sym typeface="Open Sans"/>
              </a:rPr>
              <a:t>TOTAL INICIAL: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$2,156.50 MXN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400800" y="2976562"/>
            <a:ext cx="529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 Hosting Flexible: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~$300.00 MXN (Según visitas)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400800" y="3729037"/>
            <a:ext cx="529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2. Correos (.com.mx):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$176.00 MXN (Pago al proveedor)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400800" y="4481512"/>
            <a:ext cx="529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3. Soporte Técnico (Opcional):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 $250.00 MXN (Mantenimiento)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Inversión Inicial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2065" y="29680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305" y="29680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6545" y="29680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8785" y="29680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3120479"/>
            <a:ext cx="2472630" cy="187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8490" y="3120479"/>
            <a:ext cx="2472630" cy="187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0730" y="3120479"/>
            <a:ext cx="2472630" cy="187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42970" y="3120479"/>
            <a:ext cx="2472630" cy="187434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614459" y="3444329"/>
            <a:ext cx="21962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Elegir Plan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6750" y="3920579"/>
            <a:ext cx="209163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Definir si comenzamos con la Web Informativa o el Sistema.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3536699" y="3444329"/>
            <a:ext cx="21962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Dominio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3588990" y="3920579"/>
            <a:ext cx="209163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Realizar pago del dominio ($356.50) para asegurarlo a nombre de NLN.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458939" y="3444329"/>
            <a:ext cx="21962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Información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511230" y="3920579"/>
            <a:ext cx="209163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 envían logo, textos y fotos (Yo los guío con lo necesario).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381179" y="3444329"/>
            <a:ext cx="21962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Lanzamiento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433470" y="3920579"/>
            <a:ext cx="209163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 5-7 días hábiles su sitio web estará en línea.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6750" y="476250"/>
            <a:ext cx="11525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Próximos Pasos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76250" y="476250"/>
            <a:ext cx="47625" cy="495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